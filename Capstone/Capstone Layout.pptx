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AE3CF6-5698-4834-A4F8-CFAAC9CB80FC}" v="13" dt="2025-09-28T00:51:44.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91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azeez Dauda" userId="295b1085cc63ff8c" providerId="LiveId" clId="{30DC18B4-966B-4073-B6EF-DDE94178616E}"/>
    <pc:docChg chg="undo custSel modSld">
      <pc:chgData name="Abdulazeez Dauda" userId="295b1085cc63ff8c" providerId="LiveId" clId="{30DC18B4-966B-4073-B6EF-DDE94178616E}" dt="2025-09-28T00:54:11.005" v="875" actId="1076"/>
      <pc:docMkLst>
        <pc:docMk/>
      </pc:docMkLst>
      <pc:sldChg chg="addSp delSp modSp mod">
        <pc:chgData name="Abdulazeez Dauda" userId="295b1085cc63ff8c" providerId="LiveId" clId="{30DC18B4-966B-4073-B6EF-DDE94178616E}" dt="2025-09-28T00:54:11.005" v="875" actId="1076"/>
        <pc:sldMkLst>
          <pc:docMk/>
          <pc:sldMk cId="2929005174" sldId="257"/>
        </pc:sldMkLst>
        <pc:spChg chg="mod">
          <ac:chgData name="Abdulazeez Dauda" userId="295b1085cc63ff8c" providerId="LiveId" clId="{30DC18B4-966B-4073-B6EF-DDE94178616E}" dt="2025-09-28T00:38:29.965" v="255" actId="20577"/>
          <ac:spMkLst>
            <pc:docMk/>
            <pc:sldMk cId="2929005174" sldId="257"/>
            <ac:spMk id="2" creationId="{02E4D539-EDD2-B77E-7704-C038006BD42F}"/>
          </ac:spMkLst>
        </pc:spChg>
        <pc:spChg chg="del">
          <ac:chgData name="Abdulazeez Dauda" userId="295b1085cc63ff8c" providerId="LiveId" clId="{30DC18B4-966B-4073-B6EF-DDE94178616E}" dt="2025-09-28T00:37:27.589" v="240" actId="931"/>
          <ac:spMkLst>
            <pc:docMk/>
            <pc:sldMk cId="2929005174" sldId="257"/>
            <ac:spMk id="3" creationId="{32552BB9-0AF5-24BA-8738-9ECFC5CC997B}"/>
          </ac:spMkLst>
        </pc:spChg>
        <pc:spChg chg="mod ord">
          <ac:chgData name="Abdulazeez Dauda" userId="295b1085cc63ff8c" providerId="LiveId" clId="{30DC18B4-966B-4073-B6EF-DDE94178616E}" dt="2025-09-28T00:54:11.005" v="875" actId="1076"/>
          <ac:spMkLst>
            <pc:docMk/>
            <pc:sldMk cId="2929005174" sldId="257"/>
            <ac:spMk id="4" creationId="{C60F2F90-1B22-F675-AA58-AEA2D048D844}"/>
          </ac:spMkLst>
        </pc:spChg>
        <pc:spChg chg="add mod">
          <ac:chgData name="Abdulazeez Dauda" userId="295b1085cc63ff8c" providerId="LiveId" clId="{30DC18B4-966B-4073-B6EF-DDE94178616E}" dt="2025-09-28T00:47:27.262" v="746" actId="14100"/>
          <ac:spMkLst>
            <pc:docMk/>
            <pc:sldMk cId="2929005174" sldId="257"/>
            <ac:spMk id="11" creationId="{FC8BCBCC-F06D-F56E-A12D-3AEC013255BE}"/>
          </ac:spMkLst>
        </pc:spChg>
        <pc:spChg chg="add del mod">
          <ac:chgData name="Abdulazeez Dauda" userId="295b1085cc63ff8c" providerId="LiveId" clId="{30DC18B4-966B-4073-B6EF-DDE94178616E}" dt="2025-09-28T00:52:39.205" v="871" actId="1076"/>
          <ac:spMkLst>
            <pc:docMk/>
            <pc:sldMk cId="2929005174" sldId="257"/>
            <ac:spMk id="12" creationId="{C85173E5-66AA-A7E0-53C0-D4C4A90D1060}"/>
          </ac:spMkLst>
        </pc:spChg>
        <pc:spChg chg="add mod">
          <ac:chgData name="Abdulazeez Dauda" userId="295b1085cc63ff8c" providerId="LiveId" clId="{30DC18B4-966B-4073-B6EF-DDE94178616E}" dt="2025-09-28T00:51:41.786" v="869" actId="20578"/>
          <ac:spMkLst>
            <pc:docMk/>
            <pc:sldMk cId="2929005174" sldId="257"/>
            <ac:spMk id="13" creationId="{B596BCD7-B058-16BB-0B8A-7F0C6C367795}"/>
          </ac:spMkLst>
        </pc:spChg>
        <pc:spChg chg="add del mod">
          <ac:chgData name="Abdulazeez Dauda" userId="295b1085cc63ff8c" providerId="LiveId" clId="{30DC18B4-966B-4073-B6EF-DDE94178616E}" dt="2025-09-28T00:48:39.747" v="756"/>
          <ac:spMkLst>
            <pc:docMk/>
            <pc:sldMk cId="2929005174" sldId="257"/>
            <ac:spMk id="14" creationId="{9FC30D45-509D-C512-F957-2389FCCC6462}"/>
          </ac:spMkLst>
        </pc:spChg>
        <pc:spChg chg="add del mod">
          <ac:chgData name="Abdulazeez Dauda" userId="295b1085cc63ff8c" providerId="LiveId" clId="{30DC18B4-966B-4073-B6EF-DDE94178616E}" dt="2025-09-28T00:48:39.747" v="758"/>
          <ac:spMkLst>
            <pc:docMk/>
            <pc:sldMk cId="2929005174" sldId="257"/>
            <ac:spMk id="15" creationId="{39153A83-4252-CC08-D72A-21C4F958C3F1}"/>
          </ac:spMkLst>
        </pc:spChg>
        <pc:spChg chg="add del mod">
          <ac:chgData name="Abdulazeez Dauda" userId="295b1085cc63ff8c" providerId="LiveId" clId="{30DC18B4-966B-4073-B6EF-DDE94178616E}" dt="2025-09-28T00:48:39.747" v="760"/>
          <ac:spMkLst>
            <pc:docMk/>
            <pc:sldMk cId="2929005174" sldId="257"/>
            <ac:spMk id="16" creationId="{A4E8AFF3-FDE0-92E0-9981-A92E1C600459}"/>
          </ac:spMkLst>
        </pc:spChg>
        <pc:spChg chg="add mod">
          <ac:chgData name="Abdulazeez Dauda" userId="295b1085cc63ff8c" providerId="LiveId" clId="{30DC18B4-966B-4073-B6EF-DDE94178616E}" dt="2025-09-28T00:50:15.507" v="865" actId="1076"/>
          <ac:spMkLst>
            <pc:docMk/>
            <pc:sldMk cId="2929005174" sldId="257"/>
            <ac:spMk id="20" creationId="{4C09DAF4-6701-4463-9F48-293D88AA5916}"/>
          </ac:spMkLst>
        </pc:spChg>
        <pc:spChg chg="add mod ord">
          <ac:chgData name="Abdulazeez Dauda" userId="295b1085cc63ff8c" providerId="LiveId" clId="{30DC18B4-966B-4073-B6EF-DDE94178616E}" dt="2025-09-28T00:48:37.100" v="753" actId="167"/>
          <ac:spMkLst>
            <pc:docMk/>
            <pc:sldMk cId="2929005174" sldId="257"/>
            <ac:spMk id="22" creationId="{78340A16-08A6-EC6C-B789-FD7B973F17A3}"/>
          </ac:spMkLst>
        </pc:spChg>
        <pc:spChg chg="add mod">
          <ac:chgData name="Abdulazeez Dauda" userId="295b1085cc63ff8c" providerId="LiveId" clId="{30DC18B4-966B-4073-B6EF-DDE94178616E}" dt="2025-09-28T00:51:44.041" v="870" actId="20578"/>
          <ac:spMkLst>
            <pc:docMk/>
            <pc:sldMk cId="2929005174" sldId="257"/>
            <ac:spMk id="23" creationId="{5D7FE374-197A-6655-7FE8-A280685D0950}"/>
          </ac:spMkLst>
        </pc:spChg>
        <pc:spChg chg="add mod">
          <ac:chgData name="Abdulazeez Dauda" userId="295b1085cc63ff8c" providerId="LiveId" clId="{30DC18B4-966B-4073-B6EF-DDE94178616E}" dt="2025-09-25T17:58:26.816" v="234" actId="20577"/>
          <ac:spMkLst>
            <pc:docMk/>
            <pc:sldMk cId="2929005174" sldId="257"/>
            <ac:spMk id="26" creationId="{61C75EF4-2148-4063-DA2B-935CB359B769}"/>
          </ac:spMkLst>
        </pc:spChg>
        <pc:picChg chg="add mod">
          <ac:chgData name="Abdulazeez Dauda" userId="295b1085cc63ff8c" providerId="LiveId" clId="{30DC18B4-966B-4073-B6EF-DDE94178616E}" dt="2025-09-28T00:46:16.651" v="739" actId="1076"/>
          <ac:picMkLst>
            <pc:docMk/>
            <pc:sldMk cId="2929005174" sldId="257"/>
            <ac:picMk id="10" creationId="{97204F2C-B28E-382F-7F86-930125B476F1}"/>
          </ac:picMkLst>
        </pc:picChg>
        <pc:cxnChg chg="mod">
          <ac:chgData name="Abdulazeez Dauda" userId="295b1085cc63ff8c" providerId="LiveId" clId="{30DC18B4-966B-4073-B6EF-DDE94178616E}" dt="2025-09-28T00:52:41.858" v="872" actId="1076"/>
          <ac:cxnSpMkLst>
            <pc:docMk/>
            <pc:sldMk cId="2929005174" sldId="257"/>
            <ac:cxnSpMk id="7" creationId="{A63B4C55-976E-4F6A-DC72-DF2CEC2715D8}"/>
          </ac:cxnSpMkLst>
        </pc:cxnChg>
        <pc:cxnChg chg="add mod">
          <ac:chgData name="Abdulazeez Dauda" userId="295b1085cc63ff8c" providerId="LiveId" clId="{30DC18B4-966B-4073-B6EF-DDE94178616E}" dt="2025-09-28T00:52:54.412" v="874" actId="14100"/>
          <ac:cxnSpMkLst>
            <pc:docMk/>
            <pc:sldMk cId="2929005174" sldId="257"/>
            <ac:cxnSpMk id="17" creationId="{B2EA59A9-77BA-0BA2-6B9C-509A73C43D3B}"/>
          </ac:cxnSpMkLst>
        </pc:cxnChg>
        <pc:cxnChg chg="add">
          <ac:chgData name="Abdulazeez Dauda" userId="295b1085cc63ff8c" providerId="LiveId" clId="{30DC18B4-966B-4073-B6EF-DDE94178616E}" dt="2025-09-28T00:47:49.554" v="747" actId="11529"/>
          <ac:cxnSpMkLst>
            <pc:docMk/>
            <pc:sldMk cId="2929005174" sldId="257"/>
            <ac:cxnSpMk id="19" creationId="{9D5AE1EE-0B56-E5F9-D3E7-96A1584BE12A}"/>
          </ac:cxnSpMkLst>
        </pc:cxnChg>
        <pc:cxnChg chg="add mod">
          <ac:chgData name="Abdulazeez Dauda" userId="295b1085cc63ff8c" providerId="LiveId" clId="{30DC18B4-966B-4073-B6EF-DDE94178616E}" dt="2025-09-28T00:36:47.492" v="238" actId="14100"/>
          <ac:cxnSpMkLst>
            <pc:docMk/>
            <pc:sldMk cId="2929005174" sldId="257"/>
            <ac:cxnSpMk id="21" creationId="{E325CCD9-7D2A-98A8-7843-CA247CEBB614}"/>
          </ac:cxnSpMkLst>
        </pc:cxnChg>
        <pc:cxnChg chg="add mod">
          <ac:chgData name="Abdulazeez Dauda" userId="295b1085cc63ff8c" providerId="LiveId" clId="{30DC18B4-966B-4073-B6EF-DDE94178616E}" dt="2025-09-28T00:36:55.086" v="239" actId="14100"/>
          <ac:cxnSpMkLst>
            <pc:docMk/>
            <pc:sldMk cId="2929005174" sldId="257"/>
            <ac:cxnSpMk id="24" creationId="{42239C04-54B0-1277-2393-84896E769C0E}"/>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872C1-8BF5-C6F4-917B-572C6FC050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EEC201-6262-80E9-63BD-54D29AFD76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DD5412-B023-4209-D77A-C8662229DE3B}"/>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5" name="Footer Placeholder 4">
            <a:extLst>
              <a:ext uri="{FF2B5EF4-FFF2-40B4-BE49-F238E27FC236}">
                <a16:creationId xmlns:a16="http://schemas.microsoft.com/office/drawing/2014/main" id="{5A8A50F6-F767-A3B6-A1AF-3E9CE3BB16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F7CE22-7B65-AA7A-F2BC-AA87F781F405}"/>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1766834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3DFA1-163E-CBB6-A634-2274BEE524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E11FD-5048-7BCE-2750-BFDC194D0D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0AC67-807F-51F3-397C-EAC7E7D98967}"/>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5" name="Footer Placeholder 4">
            <a:extLst>
              <a:ext uri="{FF2B5EF4-FFF2-40B4-BE49-F238E27FC236}">
                <a16:creationId xmlns:a16="http://schemas.microsoft.com/office/drawing/2014/main" id="{7555730F-5262-5561-C396-9BD25C43C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4817E4-0CAD-0533-51F2-94AB6F8F4263}"/>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123239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4E56E-60FB-7455-07AF-9BB76E62DB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62221A-1E8E-CEF4-9B7C-09B82A4B0E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EF2E10-E9F5-37BB-ADB2-A7D042CC341E}"/>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5" name="Footer Placeholder 4">
            <a:extLst>
              <a:ext uri="{FF2B5EF4-FFF2-40B4-BE49-F238E27FC236}">
                <a16:creationId xmlns:a16="http://schemas.microsoft.com/office/drawing/2014/main" id="{452D03F4-B802-0CAF-4C71-4940BA537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CE2793-F621-EA5C-5097-CB76FE3C36F2}"/>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3550682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621D-567B-33EE-6B56-45EC199F6A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5E4E70-6580-B0CA-85CA-2F7DA6761D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6FEE14-5C13-6DC1-1B2D-FB15EEBB39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528E1A-E933-F56D-5A24-044A419A2EA4}"/>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6" name="Footer Placeholder 5">
            <a:extLst>
              <a:ext uri="{FF2B5EF4-FFF2-40B4-BE49-F238E27FC236}">
                <a16:creationId xmlns:a16="http://schemas.microsoft.com/office/drawing/2014/main" id="{D88F76DF-15EE-9F8B-2591-2D4EA00AA2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393F67-CF68-D2BE-61D6-6B8FF74EBB0C}"/>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1016116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8284A-6B92-87AF-CC37-1FD2D92D38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AD581D-65D6-A0DE-3441-13B104489D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356B74-B549-F000-6812-4E4B61050C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26A893-1A79-2082-6E90-719D6FCDE3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BDBCEE-B55E-3C42-3736-7D6D24B977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86D2F8-D4C7-1530-1C1A-FF6B4F4EFC2C}"/>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8" name="Footer Placeholder 7">
            <a:extLst>
              <a:ext uri="{FF2B5EF4-FFF2-40B4-BE49-F238E27FC236}">
                <a16:creationId xmlns:a16="http://schemas.microsoft.com/office/drawing/2014/main" id="{C45ABB44-1E9E-65AD-BE60-FC81514C16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D504FC-CE54-F031-122C-521AFBD4973B}"/>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4136275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32C60-F69B-5269-9122-18C98BF42B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6F2DE7-5F7D-72E8-40C7-E3725B55CB59}"/>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4" name="Footer Placeholder 3">
            <a:extLst>
              <a:ext uri="{FF2B5EF4-FFF2-40B4-BE49-F238E27FC236}">
                <a16:creationId xmlns:a16="http://schemas.microsoft.com/office/drawing/2014/main" id="{E40492D8-2750-EA3D-1F4A-AEFAC6EC66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500C14-BC98-4E98-C676-272A9E7F0950}"/>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4176823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E6C2F-9991-915D-070D-311C6E6DBDEB}"/>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3" name="Footer Placeholder 2">
            <a:extLst>
              <a:ext uri="{FF2B5EF4-FFF2-40B4-BE49-F238E27FC236}">
                <a16:creationId xmlns:a16="http://schemas.microsoft.com/office/drawing/2014/main" id="{DE0A44CB-9126-E220-8BB9-B6E1B13030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31EA8E-C4E8-87B9-BE82-F4852003CB97}"/>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2397979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8D4D-8798-EFA3-0852-87EF916A91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87BFCA-F639-63A7-99CD-BE3AEB22DB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780F8B-C434-933C-0704-10A290D183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B3DEFB-1FE6-2E48-D499-9856840C6B11}"/>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6" name="Footer Placeholder 5">
            <a:extLst>
              <a:ext uri="{FF2B5EF4-FFF2-40B4-BE49-F238E27FC236}">
                <a16:creationId xmlns:a16="http://schemas.microsoft.com/office/drawing/2014/main" id="{92B7120A-1716-AF95-511A-C4B6F2C7C4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83FD69-6AFE-80C7-8348-1CC69EA1B3D8}"/>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18092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4E0DF-9496-673E-CC66-778564AA2E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99B32B-DD46-7777-D090-0753A46E02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840B73-677A-900C-BFC3-F41A5D1E66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B42F49-70A1-CF28-8681-AF18280A04E6}"/>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6" name="Footer Placeholder 5">
            <a:extLst>
              <a:ext uri="{FF2B5EF4-FFF2-40B4-BE49-F238E27FC236}">
                <a16:creationId xmlns:a16="http://schemas.microsoft.com/office/drawing/2014/main" id="{53B384EB-45EB-BB62-A2EA-3F86742775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D1890D-E9FC-27E0-A810-B9988ED6A025}"/>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2849881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BC01C-8A20-C457-4FED-A5973401A6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BF49C1-9490-DCEB-86BB-CDF2FC949B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BD67E-4E81-DBD7-841A-C43C25652A5F}"/>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5" name="Footer Placeholder 4">
            <a:extLst>
              <a:ext uri="{FF2B5EF4-FFF2-40B4-BE49-F238E27FC236}">
                <a16:creationId xmlns:a16="http://schemas.microsoft.com/office/drawing/2014/main" id="{10087028-9F16-732A-AEB3-C1EF5B8C84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13010B-82EF-84F6-7F62-52151DE9E228}"/>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977259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09F956-5B90-2B9D-5510-2D16C1EE3F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2EB470-B89E-FD21-4E5C-D972591B82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A3845-7411-09F8-4B36-E521E013F8C9}"/>
              </a:ext>
            </a:extLst>
          </p:cNvPr>
          <p:cNvSpPr>
            <a:spLocks noGrp="1"/>
          </p:cNvSpPr>
          <p:nvPr>
            <p:ph type="dt" sz="half" idx="10"/>
          </p:nvPr>
        </p:nvSpPr>
        <p:spPr/>
        <p:txBody>
          <a:bodyPr/>
          <a:lstStyle/>
          <a:p>
            <a:fld id="{0EB411AF-9A1E-4602-B84A-AAD55BB0A474}" type="datetimeFigureOut">
              <a:rPr lang="en-US" smtClean="0"/>
              <a:t>9/27/2025</a:t>
            </a:fld>
            <a:endParaRPr lang="en-US"/>
          </a:p>
        </p:txBody>
      </p:sp>
      <p:sp>
        <p:nvSpPr>
          <p:cNvPr id="5" name="Footer Placeholder 4">
            <a:extLst>
              <a:ext uri="{FF2B5EF4-FFF2-40B4-BE49-F238E27FC236}">
                <a16:creationId xmlns:a16="http://schemas.microsoft.com/office/drawing/2014/main" id="{0AF0408B-EEB5-B99F-588D-4C192EFB3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F3718B-EAA1-E3A4-2A72-9C3EF9FBB067}"/>
              </a:ext>
            </a:extLst>
          </p:cNvPr>
          <p:cNvSpPr>
            <a:spLocks noGrp="1"/>
          </p:cNvSpPr>
          <p:nvPr>
            <p:ph type="sldNum" sz="quarter" idx="12"/>
          </p:nvPr>
        </p:nvSpPr>
        <p:spPr/>
        <p:txBody>
          <a:bodyPr/>
          <a:lstStyle/>
          <a:p>
            <a:fld id="{2480610D-C5DA-41D9-A98E-5F4F0DFFDDD6}" type="slidenum">
              <a:rPr lang="en-US" smtClean="0"/>
              <a:t>‹#›</a:t>
            </a:fld>
            <a:endParaRPr lang="en-US"/>
          </a:p>
        </p:txBody>
      </p:sp>
    </p:spTree>
    <p:extLst>
      <p:ext uri="{BB962C8B-B14F-4D97-AF65-F5344CB8AC3E}">
        <p14:creationId xmlns:p14="http://schemas.microsoft.com/office/powerpoint/2010/main" val="3048073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DF3B0C-871E-6EE7-F395-E80FC575BB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F0C139-8560-ADFA-CD64-C4DF32FEF7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ABB679-F792-4385-F731-4A661A6DA9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B411AF-9A1E-4602-B84A-AAD55BB0A474}" type="datetimeFigureOut">
              <a:rPr lang="en-US" smtClean="0"/>
              <a:t>9/27/2025</a:t>
            </a:fld>
            <a:endParaRPr lang="en-US"/>
          </a:p>
        </p:txBody>
      </p:sp>
      <p:sp>
        <p:nvSpPr>
          <p:cNvPr id="5" name="Footer Placeholder 4">
            <a:extLst>
              <a:ext uri="{FF2B5EF4-FFF2-40B4-BE49-F238E27FC236}">
                <a16:creationId xmlns:a16="http://schemas.microsoft.com/office/drawing/2014/main" id="{28913863-3FC5-14CC-DD82-04FCDE16E2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7E6443-1428-A6BA-64F5-A88608F94C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80610D-C5DA-41D9-A98E-5F4F0DFFDDD6}" type="slidenum">
              <a:rPr lang="en-US" smtClean="0"/>
              <a:t>‹#›</a:t>
            </a:fld>
            <a:endParaRPr lang="en-US"/>
          </a:p>
        </p:txBody>
      </p:sp>
    </p:spTree>
    <p:extLst>
      <p:ext uri="{BB962C8B-B14F-4D97-AF65-F5344CB8AC3E}">
        <p14:creationId xmlns:p14="http://schemas.microsoft.com/office/powerpoint/2010/main" val="1929909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78340A16-08A6-EC6C-B789-FD7B973F17A3}"/>
              </a:ext>
            </a:extLst>
          </p:cNvPr>
          <p:cNvSpPr txBox="1"/>
          <p:nvPr/>
        </p:nvSpPr>
        <p:spPr>
          <a:xfrm>
            <a:off x="3559278" y="6170877"/>
            <a:ext cx="5545393" cy="369332"/>
          </a:xfrm>
          <a:prstGeom prst="rect">
            <a:avLst/>
          </a:prstGeom>
          <a:noFill/>
        </p:spPr>
        <p:txBody>
          <a:bodyPr wrap="square" rtlCol="0">
            <a:spAutoFit/>
          </a:bodyPr>
          <a:lstStyle/>
          <a:p>
            <a:endParaRPr lang="en-US" dirty="0"/>
          </a:p>
        </p:txBody>
      </p:sp>
      <p:sp>
        <p:nvSpPr>
          <p:cNvPr id="4" name="Rectangle 3">
            <a:extLst>
              <a:ext uri="{FF2B5EF4-FFF2-40B4-BE49-F238E27FC236}">
                <a16:creationId xmlns:a16="http://schemas.microsoft.com/office/drawing/2014/main" id="{C60F2F90-1B22-F675-AA58-AEA2D048D844}"/>
              </a:ext>
            </a:extLst>
          </p:cNvPr>
          <p:cNvSpPr/>
          <p:nvPr/>
        </p:nvSpPr>
        <p:spPr>
          <a:xfrm>
            <a:off x="245805" y="246545"/>
            <a:ext cx="11700387" cy="6999397"/>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E4D539-EDD2-B77E-7704-C038006BD42F}"/>
              </a:ext>
            </a:extLst>
          </p:cNvPr>
          <p:cNvSpPr>
            <a:spLocks noGrp="1"/>
          </p:cNvSpPr>
          <p:nvPr>
            <p:ph type="title"/>
          </p:nvPr>
        </p:nvSpPr>
        <p:spPr/>
        <p:txBody>
          <a:bodyPr/>
          <a:lstStyle/>
          <a:p>
            <a:br>
              <a:rPr lang="en-US" dirty="0"/>
            </a:br>
            <a:endParaRPr lang="en-US" dirty="0"/>
          </a:p>
        </p:txBody>
      </p:sp>
      <p:pic>
        <p:nvPicPr>
          <p:cNvPr id="10" name="Content Placeholder 9">
            <a:extLst>
              <a:ext uri="{FF2B5EF4-FFF2-40B4-BE49-F238E27FC236}">
                <a16:creationId xmlns:a16="http://schemas.microsoft.com/office/drawing/2014/main" id="{97204F2C-B28E-382F-7F86-930125B476F1}"/>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4380269" y="2147929"/>
            <a:ext cx="2585883" cy="2441575"/>
          </a:xfrm>
        </p:spPr>
      </p:pic>
      <p:cxnSp>
        <p:nvCxnSpPr>
          <p:cNvPr id="7" name="Straight Connector 6">
            <a:extLst>
              <a:ext uri="{FF2B5EF4-FFF2-40B4-BE49-F238E27FC236}">
                <a16:creationId xmlns:a16="http://schemas.microsoft.com/office/drawing/2014/main" id="{A63B4C55-976E-4F6A-DC72-DF2CEC2715D8}"/>
              </a:ext>
            </a:extLst>
          </p:cNvPr>
          <p:cNvCxnSpPr>
            <a:cxnSpLocks/>
          </p:cNvCxnSpPr>
          <p:nvPr/>
        </p:nvCxnSpPr>
        <p:spPr>
          <a:xfrm>
            <a:off x="245806" y="1417877"/>
            <a:ext cx="11700387" cy="0"/>
          </a:xfrm>
          <a:prstGeom prst="line">
            <a:avLst/>
          </a:prstGeom>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C85173E5-66AA-A7E0-53C0-D4C4A90D1060}"/>
              </a:ext>
            </a:extLst>
          </p:cNvPr>
          <p:cNvSpPr txBox="1"/>
          <p:nvPr/>
        </p:nvSpPr>
        <p:spPr>
          <a:xfrm>
            <a:off x="1533191" y="648436"/>
            <a:ext cx="8809703" cy="769441"/>
          </a:xfrm>
          <a:prstGeom prst="rect">
            <a:avLst/>
          </a:prstGeom>
          <a:noFill/>
        </p:spPr>
        <p:txBody>
          <a:bodyPr wrap="square" rtlCol="0">
            <a:spAutoFit/>
          </a:bodyPr>
          <a:lstStyle/>
          <a:p>
            <a:pPr algn="ctr"/>
            <a:r>
              <a:rPr lang="en-US" sz="4400" dirty="0"/>
              <a:t>EAFC 26</a:t>
            </a:r>
          </a:p>
        </p:txBody>
      </p:sp>
      <p:cxnSp>
        <p:nvCxnSpPr>
          <p:cNvPr id="17" name="Straight Connector 16">
            <a:extLst>
              <a:ext uri="{FF2B5EF4-FFF2-40B4-BE49-F238E27FC236}">
                <a16:creationId xmlns:a16="http://schemas.microsoft.com/office/drawing/2014/main" id="{B2EA59A9-77BA-0BA2-6B9C-509A73C43D3B}"/>
              </a:ext>
            </a:extLst>
          </p:cNvPr>
          <p:cNvCxnSpPr>
            <a:cxnSpLocks/>
          </p:cNvCxnSpPr>
          <p:nvPr/>
        </p:nvCxnSpPr>
        <p:spPr>
          <a:xfrm>
            <a:off x="195415" y="1946787"/>
            <a:ext cx="11750778"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E325CCD9-7D2A-98A8-7843-CA247CEBB614}"/>
              </a:ext>
            </a:extLst>
          </p:cNvPr>
          <p:cNvCxnSpPr>
            <a:cxnSpLocks/>
          </p:cNvCxnSpPr>
          <p:nvPr/>
        </p:nvCxnSpPr>
        <p:spPr>
          <a:xfrm>
            <a:off x="2949677" y="1428015"/>
            <a:ext cx="0" cy="518772"/>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42239C04-54B0-1277-2393-84896E769C0E}"/>
              </a:ext>
            </a:extLst>
          </p:cNvPr>
          <p:cNvCxnSpPr>
            <a:cxnSpLocks/>
          </p:cNvCxnSpPr>
          <p:nvPr/>
        </p:nvCxnSpPr>
        <p:spPr>
          <a:xfrm>
            <a:off x="9497961" y="1428015"/>
            <a:ext cx="0" cy="518772"/>
          </a:xfrm>
          <a:prstGeom prst="line">
            <a:avLst/>
          </a:prstGeom>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61C75EF4-2148-4063-DA2B-935CB359B769}"/>
              </a:ext>
            </a:extLst>
          </p:cNvPr>
          <p:cNvSpPr txBox="1"/>
          <p:nvPr/>
        </p:nvSpPr>
        <p:spPr>
          <a:xfrm>
            <a:off x="737419" y="1644969"/>
            <a:ext cx="10616381" cy="369332"/>
          </a:xfrm>
          <a:prstGeom prst="rect">
            <a:avLst/>
          </a:prstGeom>
          <a:noFill/>
        </p:spPr>
        <p:txBody>
          <a:bodyPr wrap="square" rtlCol="0">
            <a:spAutoFit/>
          </a:bodyPr>
          <a:lstStyle/>
          <a:p>
            <a:r>
              <a:rPr lang="en-US" dirty="0"/>
              <a:t>PROMOS                                                               GAMEPLAY FEATURES                                                               GAME MODES</a:t>
            </a:r>
          </a:p>
        </p:txBody>
      </p:sp>
      <p:sp>
        <p:nvSpPr>
          <p:cNvPr id="11" name="TextBox 10">
            <a:extLst>
              <a:ext uri="{FF2B5EF4-FFF2-40B4-BE49-F238E27FC236}">
                <a16:creationId xmlns:a16="http://schemas.microsoft.com/office/drawing/2014/main" id="{FC8BCBCC-F06D-F56E-A12D-3AEC013255BE}"/>
              </a:ext>
            </a:extLst>
          </p:cNvPr>
          <p:cNvSpPr txBox="1"/>
          <p:nvPr/>
        </p:nvSpPr>
        <p:spPr>
          <a:xfrm>
            <a:off x="296198" y="2197456"/>
            <a:ext cx="3479389" cy="1477328"/>
          </a:xfrm>
          <a:prstGeom prst="rect">
            <a:avLst/>
          </a:prstGeom>
          <a:noFill/>
        </p:spPr>
        <p:txBody>
          <a:bodyPr wrap="square" rtlCol="0">
            <a:spAutoFit/>
          </a:bodyPr>
          <a:lstStyle/>
          <a:p>
            <a:r>
              <a:rPr lang="en-US" dirty="0"/>
              <a:t>FC 26, a football game completely revamped to present you with the most authentic gameplay and realism ever seen before.</a:t>
            </a:r>
          </a:p>
        </p:txBody>
      </p:sp>
      <p:sp>
        <p:nvSpPr>
          <p:cNvPr id="13" name="TextBox 12">
            <a:extLst>
              <a:ext uri="{FF2B5EF4-FFF2-40B4-BE49-F238E27FC236}">
                <a16:creationId xmlns:a16="http://schemas.microsoft.com/office/drawing/2014/main" id="{B596BCD7-B058-16BB-0B8A-7F0C6C367795}"/>
              </a:ext>
            </a:extLst>
          </p:cNvPr>
          <p:cNvSpPr txBox="1"/>
          <p:nvPr/>
        </p:nvSpPr>
        <p:spPr>
          <a:xfrm>
            <a:off x="393290" y="3991897"/>
            <a:ext cx="3986980" cy="369332"/>
          </a:xfrm>
          <a:prstGeom prst="rect">
            <a:avLst/>
          </a:prstGeom>
          <a:noFill/>
        </p:spPr>
        <p:txBody>
          <a:bodyPr wrap="square" rtlCol="0">
            <a:spAutoFit/>
          </a:bodyPr>
          <a:lstStyle/>
          <a:p>
            <a:endParaRPr lang="en-US" dirty="0"/>
          </a:p>
        </p:txBody>
      </p:sp>
      <p:cxnSp>
        <p:nvCxnSpPr>
          <p:cNvPr id="19" name="Straight Connector 18">
            <a:extLst>
              <a:ext uri="{FF2B5EF4-FFF2-40B4-BE49-F238E27FC236}">
                <a16:creationId xmlns:a16="http://schemas.microsoft.com/office/drawing/2014/main" id="{9D5AE1EE-0B56-E5F9-D3E7-96A1584BE12A}"/>
              </a:ext>
            </a:extLst>
          </p:cNvPr>
          <p:cNvCxnSpPr/>
          <p:nvPr/>
        </p:nvCxnSpPr>
        <p:spPr>
          <a:xfrm>
            <a:off x="195415" y="6023222"/>
            <a:ext cx="11700387"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C09DAF4-6701-4463-9F48-293D88AA5916}"/>
              </a:ext>
            </a:extLst>
          </p:cNvPr>
          <p:cNvSpPr txBox="1"/>
          <p:nvPr/>
        </p:nvSpPr>
        <p:spPr>
          <a:xfrm>
            <a:off x="2172822" y="6243934"/>
            <a:ext cx="7325139" cy="646331"/>
          </a:xfrm>
          <a:prstGeom prst="rect">
            <a:avLst/>
          </a:prstGeom>
          <a:noFill/>
        </p:spPr>
        <p:txBody>
          <a:bodyPr wrap="square" rtlCol="0">
            <a:spAutoFit/>
          </a:bodyPr>
          <a:lstStyle/>
          <a:p>
            <a:pPr algn="ctr"/>
            <a:r>
              <a:rPr lang="en-US" i="1" dirty="0"/>
              <a:t>Copyright © 2025 Fc 26 </a:t>
            </a:r>
          </a:p>
          <a:p>
            <a:pPr algn="ctr"/>
            <a:r>
              <a:rPr lang="en-US" dirty="0"/>
              <a:t>abdulazeez@dauda.com</a:t>
            </a:r>
          </a:p>
        </p:txBody>
      </p:sp>
      <p:sp>
        <p:nvSpPr>
          <p:cNvPr id="23" name="TextBox 22">
            <a:extLst>
              <a:ext uri="{FF2B5EF4-FFF2-40B4-BE49-F238E27FC236}">
                <a16:creationId xmlns:a16="http://schemas.microsoft.com/office/drawing/2014/main" id="{5D7FE374-197A-6655-7FE8-A280685D0950}"/>
              </a:ext>
            </a:extLst>
          </p:cNvPr>
          <p:cNvSpPr txBox="1"/>
          <p:nvPr/>
        </p:nvSpPr>
        <p:spPr>
          <a:xfrm>
            <a:off x="8219661" y="2405270"/>
            <a:ext cx="3260035" cy="2862322"/>
          </a:xfrm>
          <a:prstGeom prst="rect">
            <a:avLst/>
          </a:prstGeom>
          <a:noFill/>
        </p:spPr>
        <p:txBody>
          <a:bodyPr wrap="square" rtlCol="0">
            <a:spAutoFit/>
          </a:bodyPr>
          <a:lstStyle/>
          <a:p>
            <a:r>
              <a:rPr lang="en-US" dirty="0"/>
              <a:t>Today we as a team present you with a complete overview of the upcoming game releasing in October, we will  be providing you with exclusive details about upcoming promos, gameplay changes and new game modes and returning modes as well.</a:t>
            </a:r>
          </a:p>
          <a:p>
            <a:endParaRPr lang="en-US" dirty="0"/>
          </a:p>
        </p:txBody>
      </p:sp>
    </p:spTree>
    <p:extLst>
      <p:ext uri="{BB962C8B-B14F-4D97-AF65-F5344CB8AC3E}">
        <p14:creationId xmlns:p14="http://schemas.microsoft.com/office/powerpoint/2010/main" val="2929005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83</Words>
  <Application>Microsoft Office PowerPoint</Application>
  <PresentationFormat>Widescreen</PresentationFormat>
  <Paragraphs>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Abdulazeez Dauda</dc:creator>
  <cp:lastModifiedBy>Abdulazeez Dauda</cp:lastModifiedBy>
  <cp:revision>1</cp:revision>
  <dcterms:created xsi:type="dcterms:W3CDTF">2025-09-25T17:50:27Z</dcterms:created>
  <dcterms:modified xsi:type="dcterms:W3CDTF">2025-09-28T00:54:14Z</dcterms:modified>
</cp:coreProperties>
</file>